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01" y="1100137"/>
            <a:ext cx="2539901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457200"/>
            <a:ext cx="25906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479500"/>
            <a:ext cx="7874198" cy="217348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32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profe de CS101 invierte 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 hora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generando 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ejercicio bien hecho: enunciado claro, solución, tests, rúbrica, errores comunes.</a:t>
            </a:r>
            <a:endParaRPr lang="en-US" sz="1600" dirty="0"/>
          </a:p>
          <a:p>
            <a:pPr algn="l" marL="139700" indent="-139700">
              <a:lnSpc>
                <a:spcPts val="232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Eso son 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 horas/semestre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solo en ejercicios, en cursos donde el 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 reprueba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(Bennedsen &amp; Caspersen, ACM Inroads 2019).</a:t>
            </a:r>
            <a:endParaRPr lang="en-US" sz="1600" dirty="0"/>
          </a:p>
          <a:p>
            <a:pPr algn="l" marL="139700" indent="-139700">
              <a:lnSpc>
                <a:spcPts val="232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ChatGPT genera enunciados pero 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valida</a:t>
            </a:r>
            <a:pPr algn="l" indent="0" marL="0">
              <a:lnSpc>
                <a:spcPts val="232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que sean solvables ni libres de ambigüedad. Ningún profe confía en código IA sin ejecutarlo él mismo.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4546699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h/sem prep docente · 5.9 h/sem ahorradas con IA (Walton 2024)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01" y="1452562"/>
            <a:ext cx="6096000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457200"/>
            <a:ext cx="621792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Demo: profe pide ejercicio de recursión, 45 min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831925"/>
            <a:ext cx="7874198" cy="1123652"/>
          </a:xfrm>
          <a:prstGeom prst="roundRect">
            <a:avLst>
              <a:gd name="adj" fmla="val 67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53882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9701" y="2288977"/>
            <a:ext cx="7409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pnpm tsx generate.ts </a:t>
            </a:r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recursion 45 --demo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3234928"/>
            <a:ext cx="7874198" cy="94997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agentes en cascada: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Researcher → Designer → Solver-Validator → Reviewer</a:t>
            </a:r>
            <a:endParaRPr lang="en-US" sz="1400" dirty="0"/>
          </a:p>
          <a:p>
            <a:pPr algn="l" marL="139700" indent="-1397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de rechazo C→B en vivo: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el Solver detecta una contradicción, el Designer corrige</a:t>
            </a:r>
            <a:endParaRPr lang="en-US" sz="1400" dirty="0"/>
          </a:p>
          <a:p>
            <a:pPr algn="l" marL="139700" indent="-1397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Markdown final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con secciones [ALUMNO] y [PROFE], listo para el aula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4594324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demo input incluye una ambigüedad deliberada para hacer visible el loop de validación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01" y="757089"/>
            <a:ext cx="2286000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279350"/>
            <a:ext cx="23317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009501"/>
            <a:ext cx="3951684" cy="501551"/>
          </a:xfrm>
          <a:prstGeom prst="roundRect">
            <a:avLst>
              <a:gd name="adj" fmla="val 15193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0263" y="1104751"/>
            <a:ext cx="3680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0263" y="1301502"/>
            <a:ext cx="3680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propone contextos auténticos LatAm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5384" y="1561802"/>
            <a:ext cx="403071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1739503"/>
            <a:ext cx="3951684" cy="501551"/>
          </a:xfrm>
          <a:prstGeom prst="roundRect">
            <a:avLst>
              <a:gd name="adj" fmla="val 15193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0263" y="1834753"/>
            <a:ext cx="3680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0263" y="2031504"/>
            <a:ext cx="3680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redacta enunciado + ejemplos + spec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5384" y="2291804"/>
            <a:ext cx="403071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4901" y="2469505"/>
            <a:ext cx="3951684" cy="539651"/>
          </a:xfrm>
          <a:prstGeom prst="roundRect">
            <a:avLst>
              <a:gd name="adj" fmla="val 1412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9694" y="2583805"/>
            <a:ext cx="36420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Solver-Validator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9694" y="2780556"/>
            <a:ext cx="36420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resuelve, escribe tests, sandbox ejecuta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4901" y="3085207"/>
            <a:ext cx="3951684" cy="272951"/>
          </a:xfrm>
          <a:prstGeom prst="roundRect">
            <a:avLst>
              <a:gd name="adj" fmla="val 27917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4304" y="3155007"/>
            <a:ext cx="3732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↑ REJECT con feedback (max 2 iter)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5384" y="3408908"/>
            <a:ext cx="403071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901" y="3586609"/>
            <a:ext cx="3951684" cy="501551"/>
          </a:xfrm>
          <a:prstGeom prst="roundRect">
            <a:avLst>
              <a:gd name="adj" fmla="val 15193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0263" y="3681859"/>
            <a:ext cx="3680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0263" y="3878610"/>
            <a:ext cx="3680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rúbrica + errores comunes + hints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16686" y="1946225"/>
            <a:ext cx="3592413" cy="2057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Mastra workflow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Schemas Zod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entre agentes (type-safe end-to-end)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OpenRouter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+ Gemini 2.5 Flash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Sandbox Python: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subprocess + timeout 5s + import allowlist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01" y="953988"/>
            <a:ext cx="7620000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406301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Verificación por ejecución, no LLM-on-LLM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282601"/>
            <a:ext cx="7874198" cy="201453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03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Solver-Validator emite código Python. 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workflow lo ejecuta REAL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en sandbox aislado.</a:t>
            </a:r>
            <a:endParaRPr lang="en-US" sz="1400" dirty="0"/>
          </a:p>
          <a:p>
            <a:pPr algn="l" marL="139700" indent="-139700">
              <a:lnSpc>
                <a:spcPts val="203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 los tests no pasan O el spec es ambiguo → el loop 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reinvoca al Designer con feedback 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accionable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(“ejemplo 2 viola constraint n&gt;=1”).</a:t>
            </a:r>
            <a:endParaRPr lang="en-US" sz="1400" dirty="0"/>
          </a:p>
          <a:p>
            <a:pPr algn="l" marL="139700" indent="-139700">
              <a:lnSpc>
                <a:spcPts val="203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Ground truth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no juicio de un LLM sobre otro LLM. Un assert que falla es objetivo.</a:t>
            </a:r>
            <a:endParaRPr lang="en-US" sz="1400" dirty="0"/>
          </a:p>
          <a:p>
            <a:pPr algn="l" marL="139700" indent="-139700">
              <a:lnSpc>
                <a:spcPts val="203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agente tiene 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una sola responsabilidad</a:t>
            </a:r>
            <a:pPr algn="l" indent="0" marL="0">
              <a:lnSpc>
                <a:spcPts val="203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Researcher sabe del mundo, Designer sabe pedagogía, Solver sabe Python, Reviewer sabe evaluar.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4219129"/>
            <a:ext cx="7874198" cy="645021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4219129"/>
            <a:ext cx="0" cy="645021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227" y="4346079"/>
            <a:ext cx="762059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7F1D1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Replit Teams for Education cerró en 2024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“por la economía del sector edu”. Ese es exactamente el nicho que atacamos — y por eso esto debe ser feature, no startup. Ver siguiente slide.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01" y="953988"/>
            <a:ext cx="7111901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406301"/>
            <a:ext cx="725413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Tradeoffs (lo que el jurado quiere oír)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05400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Hicimos research duro. Esto es lo que sabemos.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485751"/>
            <a:ext cx="7874198" cy="233749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 realista LatAm 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~USD 30M ARR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SOM 3 años 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USD 100k–1M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NO es venture-scale.</a:t>
            </a:r>
            <a:endParaRPr lang="en-US" sz="1400" dirty="0"/>
          </a:p>
          <a:p>
            <a:pPr algn="l" marL="139700" indent="-1397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moat técnico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(verificación por ejecución) tiene fecha 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12–18 meses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GPT-5 / Claude / Gemini con tools cierran la brecha.</a:t>
            </a:r>
            <a:endParaRPr lang="en-US" sz="1400" dirty="0"/>
          </a:p>
          <a:p>
            <a:pPr algn="l" marL="139700" indent="-1397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Universidad pública LatAm = presupuesto SaaS docente 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~0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Mercado real: privadas medianas/altas en MX/CO/PE/CL (~125 universidades).</a:t>
            </a:r>
            <a:endParaRPr lang="en-US" sz="1400" dirty="0"/>
          </a:p>
          <a:p>
            <a:pPr algn="l" marL="139700" indent="-1397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Jugadas honestas: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feature acquihire (Codio, PrairieLearn) | B2C profes hispanos individuales | servicio de consultoría con entregable .md.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4721275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Edtech VC global: USD 16.7B (2021) → &lt;USD 3B (2025) · Crunchbase 2025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01" y="992088"/>
            <a:ext cx="2539901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406301"/>
            <a:ext cx="25906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 esto sigue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371451"/>
            <a:ext cx="7874198" cy="2190452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Validación con 5–10 profes CS LatAm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reales en las próximas 2 semanas: entrevistas estructuradas, no surveys.</a:t>
            </a:r>
            <a:endParaRPr lang="en-US" sz="1500" dirty="0"/>
          </a:p>
          <a:p>
            <a:pPr algn="l" marL="139700" indent="-1397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 web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sobre Mastra dev playground para que el profe use sin CLI.</a:t>
            </a:r>
            <a:endParaRPr lang="en-US" sz="1500" dirty="0"/>
          </a:p>
          <a:p>
            <a:pPr algn="l" marL="139700" indent="-1397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Soporte multi-lenguaje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JavaScript primero, luego Java (cubre el 80% de currículos LatAm).</a:t>
            </a:r>
            <a:endParaRPr lang="en-US" sz="1500" dirty="0"/>
          </a:p>
          <a:p>
            <a:pPr algn="l" marL="139700" indent="-1397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Banco compartido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ejercicios validados — el primer network effect del nicho.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4901" y="3795415"/>
            <a:ext cx="7874198" cy="1017984"/>
          </a:xfrm>
          <a:prstGeom prst="roundRect">
            <a:avLst>
              <a:gd name="adj" fmla="val 74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3973116"/>
            <a:ext cx="756533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construido en 1 noche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501" y="4193977"/>
            <a:ext cx="7565338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Mastra + OpenRouter + Gemini 2.5 Flash — loop C→B funciona, sandbox funciona, .md sale en &lt;30s.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edhack — generador de ejercicios CS validados</dc:title>
  <dc:subject>PptxGenJS Presentation</dc:subject>
  <dc:creator>PptxGenJS</dc:creator>
  <cp:lastModifiedBy>PptxGenJS</cp:lastModifiedBy>
  <cp:revision>1</cp:revision>
  <dcterms:created xsi:type="dcterms:W3CDTF">2026-04-25T05:18:59Z</dcterms:created>
  <dcterms:modified xsi:type="dcterms:W3CDTF">2026-04-25T05:18:59Z</dcterms:modified>
</cp:coreProperties>
</file>